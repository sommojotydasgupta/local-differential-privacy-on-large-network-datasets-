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43891200" cy="32918400"/>
  <p:notesSz cx="6858000" cy="9144000"/>
  <p:defaultTextStyle>
    <a:defPPr>
      <a:defRPr lang="en-US"/>
    </a:defPPr>
    <a:lvl1pPr marL="0" algn="l" defTabSz="2507943" rtl="0" eaLnBrk="1" latinLnBrk="0" hangingPunct="1">
      <a:defRPr sz="9874" kern="1200">
        <a:solidFill>
          <a:schemeClr val="tx1"/>
        </a:solidFill>
        <a:latin typeface="+mn-lt"/>
        <a:ea typeface="+mn-ea"/>
        <a:cs typeface="+mn-cs"/>
      </a:defRPr>
    </a:lvl1pPr>
    <a:lvl2pPr marL="2507943" algn="l" defTabSz="2507943" rtl="0" eaLnBrk="1" latinLnBrk="0" hangingPunct="1">
      <a:defRPr sz="9874" kern="1200">
        <a:solidFill>
          <a:schemeClr val="tx1"/>
        </a:solidFill>
        <a:latin typeface="+mn-lt"/>
        <a:ea typeface="+mn-ea"/>
        <a:cs typeface="+mn-cs"/>
      </a:defRPr>
    </a:lvl2pPr>
    <a:lvl3pPr marL="5015886" algn="l" defTabSz="2507943" rtl="0" eaLnBrk="1" latinLnBrk="0" hangingPunct="1">
      <a:defRPr sz="9874" kern="1200">
        <a:solidFill>
          <a:schemeClr val="tx1"/>
        </a:solidFill>
        <a:latin typeface="+mn-lt"/>
        <a:ea typeface="+mn-ea"/>
        <a:cs typeface="+mn-cs"/>
      </a:defRPr>
    </a:lvl3pPr>
    <a:lvl4pPr marL="7523830" algn="l" defTabSz="2507943" rtl="0" eaLnBrk="1" latinLnBrk="0" hangingPunct="1">
      <a:defRPr sz="9874" kern="1200">
        <a:solidFill>
          <a:schemeClr val="tx1"/>
        </a:solidFill>
        <a:latin typeface="+mn-lt"/>
        <a:ea typeface="+mn-ea"/>
        <a:cs typeface="+mn-cs"/>
      </a:defRPr>
    </a:lvl4pPr>
    <a:lvl5pPr marL="10031773" algn="l" defTabSz="2507943" rtl="0" eaLnBrk="1" latinLnBrk="0" hangingPunct="1">
      <a:defRPr sz="9874" kern="1200">
        <a:solidFill>
          <a:schemeClr val="tx1"/>
        </a:solidFill>
        <a:latin typeface="+mn-lt"/>
        <a:ea typeface="+mn-ea"/>
        <a:cs typeface="+mn-cs"/>
      </a:defRPr>
    </a:lvl5pPr>
    <a:lvl6pPr marL="12539716" algn="l" defTabSz="2507943" rtl="0" eaLnBrk="1" latinLnBrk="0" hangingPunct="1">
      <a:defRPr sz="9874" kern="1200">
        <a:solidFill>
          <a:schemeClr val="tx1"/>
        </a:solidFill>
        <a:latin typeface="+mn-lt"/>
        <a:ea typeface="+mn-ea"/>
        <a:cs typeface="+mn-cs"/>
      </a:defRPr>
    </a:lvl6pPr>
    <a:lvl7pPr marL="15047659" algn="l" defTabSz="2507943" rtl="0" eaLnBrk="1" latinLnBrk="0" hangingPunct="1">
      <a:defRPr sz="9874" kern="1200">
        <a:solidFill>
          <a:schemeClr val="tx1"/>
        </a:solidFill>
        <a:latin typeface="+mn-lt"/>
        <a:ea typeface="+mn-ea"/>
        <a:cs typeface="+mn-cs"/>
      </a:defRPr>
    </a:lvl7pPr>
    <a:lvl8pPr marL="17555602" algn="l" defTabSz="2507943" rtl="0" eaLnBrk="1" latinLnBrk="0" hangingPunct="1">
      <a:defRPr sz="9874" kern="1200">
        <a:solidFill>
          <a:schemeClr val="tx1"/>
        </a:solidFill>
        <a:latin typeface="+mn-lt"/>
        <a:ea typeface="+mn-ea"/>
        <a:cs typeface="+mn-cs"/>
      </a:defRPr>
    </a:lvl8pPr>
    <a:lvl9pPr marL="20063545" algn="l" defTabSz="2507943" rtl="0" eaLnBrk="1" latinLnBrk="0" hangingPunct="1">
      <a:defRPr sz="987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6" d="100"/>
          <a:sy n="16" d="100"/>
        </p:scale>
        <p:origin x="1637" y="120"/>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57"/>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1080176" indent="0" algn="ctr">
              <a:buNone/>
              <a:defRPr>
                <a:solidFill>
                  <a:schemeClr val="tx1">
                    <a:tint val="75000"/>
                  </a:schemeClr>
                </a:solidFill>
              </a:defRPr>
            </a:lvl2pPr>
            <a:lvl3pPr marL="2160351" indent="0" algn="ctr">
              <a:buNone/>
              <a:defRPr>
                <a:solidFill>
                  <a:schemeClr val="tx1">
                    <a:tint val="75000"/>
                  </a:schemeClr>
                </a:solidFill>
              </a:defRPr>
            </a:lvl3pPr>
            <a:lvl4pPr marL="3240527" indent="0" algn="ctr">
              <a:buNone/>
              <a:defRPr>
                <a:solidFill>
                  <a:schemeClr val="tx1">
                    <a:tint val="75000"/>
                  </a:schemeClr>
                </a:solidFill>
              </a:defRPr>
            </a:lvl4pPr>
            <a:lvl5pPr marL="4320702" indent="0" algn="ctr">
              <a:buNone/>
              <a:defRPr>
                <a:solidFill>
                  <a:schemeClr val="tx1">
                    <a:tint val="75000"/>
                  </a:schemeClr>
                </a:solidFill>
              </a:defRPr>
            </a:lvl5pPr>
            <a:lvl6pPr marL="5400878" indent="0" algn="ctr">
              <a:buNone/>
              <a:defRPr>
                <a:solidFill>
                  <a:schemeClr val="tx1">
                    <a:tint val="75000"/>
                  </a:schemeClr>
                </a:solidFill>
              </a:defRPr>
            </a:lvl6pPr>
            <a:lvl7pPr marL="6481053" indent="0" algn="ctr">
              <a:buNone/>
              <a:defRPr>
                <a:solidFill>
                  <a:schemeClr val="tx1">
                    <a:tint val="75000"/>
                  </a:schemeClr>
                </a:solidFill>
              </a:defRPr>
            </a:lvl7pPr>
            <a:lvl8pPr marL="7561229" indent="0" algn="ctr">
              <a:buNone/>
              <a:defRPr>
                <a:solidFill>
                  <a:schemeClr val="tx1">
                    <a:tint val="75000"/>
                  </a:schemeClr>
                </a:solidFill>
              </a:defRPr>
            </a:lvl8pPr>
            <a:lvl9pPr marL="864140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37"/>
            <a:ext cx="37307520" cy="6537960"/>
          </a:xfrm>
        </p:spPr>
        <p:txBody>
          <a:bodyPr anchor="t"/>
          <a:lstStyle>
            <a:lvl1pPr algn="l">
              <a:defRPr sz="9451"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4725">
                <a:solidFill>
                  <a:schemeClr val="tx1">
                    <a:tint val="75000"/>
                  </a:schemeClr>
                </a:solidFill>
              </a:defRPr>
            </a:lvl1pPr>
            <a:lvl2pPr marL="1080176" indent="0">
              <a:buNone/>
              <a:defRPr sz="4253">
                <a:solidFill>
                  <a:schemeClr val="tx1">
                    <a:tint val="75000"/>
                  </a:schemeClr>
                </a:solidFill>
              </a:defRPr>
            </a:lvl2pPr>
            <a:lvl3pPr marL="2160351" indent="0">
              <a:buNone/>
              <a:defRPr sz="3780">
                <a:solidFill>
                  <a:schemeClr val="tx1">
                    <a:tint val="75000"/>
                  </a:schemeClr>
                </a:solidFill>
              </a:defRPr>
            </a:lvl3pPr>
            <a:lvl4pPr marL="3240527" indent="0">
              <a:buNone/>
              <a:defRPr sz="3308">
                <a:solidFill>
                  <a:schemeClr val="tx1">
                    <a:tint val="75000"/>
                  </a:schemeClr>
                </a:solidFill>
              </a:defRPr>
            </a:lvl4pPr>
            <a:lvl5pPr marL="4320702" indent="0">
              <a:buNone/>
              <a:defRPr sz="3308">
                <a:solidFill>
                  <a:schemeClr val="tx1">
                    <a:tint val="75000"/>
                  </a:schemeClr>
                </a:solidFill>
              </a:defRPr>
            </a:lvl5pPr>
            <a:lvl6pPr marL="5400878" indent="0">
              <a:buNone/>
              <a:defRPr sz="3308">
                <a:solidFill>
                  <a:schemeClr val="tx1">
                    <a:tint val="75000"/>
                  </a:schemeClr>
                </a:solidFill>
              </a:defRPr>
            </a:lvl6pPr>
            <a:lvl7pPr marL="6481053" indent="0">
              <a:buNone/>
              <a:defRPr sz="3308">
                <a:solidFill>
                  <a:schemeClr val="tx1">
                    <a:tint val="75000"/>
                  </a:schemeClr>
                </a:solidFill>
              </a:defRPr>
            </a:lvl7pPr>
            <a:lvl8pPr marL="7561229" indent="0">
              <a:buNone/>
              <a:defRPr sz="3308">
                <a:solidFill>
                  <a:schemeClr val="tx1">
                    <a:tint val="75000"/>
                  </a:schemeClr>
                </a:solidFill>
              </a:defRPr>
            </a:lvl8pPr>
            <a:lvl9pPr marL="8641404" indent="0">
              <a:buNone/>
              <a:defRPr sz="330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560" y="7680972"/>
            <a:ext cx="19385280" cy="21724622"/>
          </a:xfrm>
        </p:spPr>
        <p:txBody>
          <a:bodyPr/>
          <a:lstStyle>
            <a:lvl1pPr>
              <a:defRPr sz="6615"/>
            </a:lvl1pPr>
            <a:lvl2pPr>
              <a:defRPr sz="5670"/>
            </a:lvl2pPr>
            <a:lvl3pPr>
              <a:defRPr sz="4725"/>
            </a:lvl3pPr>
            <a:lvl4pPr>
              <a:defRPr sz="4253"/>
            </a:lvl4pPr>
            <a:lvl5pPr>
              <a:defRPr sz="4253"/>
            </a:lvl5pPr>
            <a:lvl6pPr>
              <a:defRPr sz="4253"/>
            </a:lvl6pPr>
            <a:lvl7pPr>
              <a:defRPr sz="4253"/>
            </a:lvl7pPr>
            <a:lvl8pPr>
              <a:defRPr sz="4253"/>
            </a:lvl8pPr>
            <a:lvl9pPr>
              <a:defRPr sz="42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0" y="7680972"/>
            <a:ext cx="19385280" cy="21724622"/>
          </a:xfrm>
        </p:spPr>
        <p:txBody>
          <a:bodyPr/>
          <a:lstStyle>
            <a:lvl1pPr>
              <a:defRPr sz="6615"/>
            </a:lvl1pPr>
            <a:lvl2pPr>
              <a:defRPr sz="5670"/>
            </a:lvl2pPr>
            <a:lvl3pPr>
              <a:defRPr sz="4725"/>
            </a:lvl3pPr>
            <a:lvl4pPr>
              <a:defRPr sz="4253"/>
            </a:lvl4pPr>
            <a:lvl5pPr>
              <a:defRPr sz="4253"/>
            </a:lvl5pPr>
            <a:lvl6pPr>
              <a:defRPr sz="4253"/>
            </a:lvl6pPr>
            <a:lvl7pPr>
              <a:defRPr sz="4253"/>
            </a:lvl7pPr>
            <a:lvl8pPr>
              <a:defRPr sz="4253"/>
            </a:lvl8pPr>
            <a:lvl9pPr>
              <a:defRPr sz="42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5670" b="1"/>
            </a:lvl1pPr>
            <a:lvl2pPr marL="1080176" indent="0">
              <a:buNone/>
              <a:defRPr sz="4725" b="1"/>
            </a:lvl2pPr>
            <a:lvl3pPr marL="2160351" indent="0">
              <a:buNone/>
              <a:defRPr sz="4253" b="1"/>
            </a:lvl3pPr>
            <a:lvl4pPr marL="3240527" indent="0">
              <a:buNone/>
              <a:defRPr sz="3780" b="1"/>
            </a:lvl4pPr>
            <a:lvl5pPr marL="4320702" indent="0">
              <a:buNone/>
              <a:defRPr sz="3780" b="1"/>
            </a:lvl5pPr>
            <a:lvl6pPr marL="5400878" indent="0">
              <a:buNone/>
              <a:defRPr sz="3780" b="1"/>
            </a:lvl6pPr>
            <a:lvl7pPr marL="6481053" indent="0">
              <a:buNone/>
              <a:defRPr sz="3780" b="1"/>
            </a:lvl7pPr>
            <a:lvl8pPr marL="7561229" indent="0">
              <a:buNone/>
              <a:defRPr sz="3780" b="1"/>
            </a:lvl8pPr>
            <a:lvl9pPr marL="8641404" indent="0">
              <a:buNone/>
              <a:defRPr sz="3780" b="1"/>
            </a:lvl9pPr>
          </a:lstStyle>
          <a:p>
            <a:pPr lvl="0"/>
            <a:r>
              <a:rPr lang="en-US"/>
              <a:t>Click to edit Master text styles</a:t>
            </a:r>
          </a:p>
        </p:txBody>
      </p:sp>
      <p:sp>
        <p:nvSpPr>
          <p:cNvPr id="4" name="Content Placeholder 3"/>
          <p:cNvSpPr>
            <a:spLocks noGrp="1"/>
          </p:cNvSpPr>
          <p:nvPr>
            <p:ph sz="half" idx="2"/>
          </p:nvPr>
        </p:nvSpPr>
        <p:spPr>
          <a:xfrm>
            <a:off x="2194560" y="10439405"/>
            <a:ext cx="19392902" cy="18966182"/>
          </a:xfrm>
        </p:spPr>
        <p:txBody>
          <a:bodyPr/>
          <a:lstStyle>
            <a:lvl1pPr>
              <a:defRPr sz="5670"/>
            </a:lvl1pPr>
            <a:lvl2pPr>
              <a:defRPr sz="4725"/>
            </a:lvl2pPr>
            <a:lvl3pPr>
              <a:defRPr sz="4253"/>
            </a:lvl3pPr>
            <a:lvl4pPr>
              <a:defRPr sz="3780"/>
            </a:lvl4pPr>
            <a:lvl5pPr>
              <a:defRPr sz="3780"/>
            </a:lvl5pPr>
            <a:lvl6pPr>
              <a:defRPr sz="3780"/>
            </a:lvl6pPr>
            <a:lvl7pPr>
              <a:defRPr sz="3780"/>
            </a:lvl7pPr>
            <a:lvl8pPr>
              <a:defRPr sz="3780"/>
            </a:lvl8pPr>
            <a:lvl9pPr>
              <a:defRPr sz="37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7" y="7368542"/>
            <a:ext cx="19400520" cy="3070858"/>
          </a:xfrm>
        </p:spPr>
        <p:txBody>
          <a:bodyPr anchor="b"/>
          <a:lstStyle>
            <a:lvl1pPr marL="0" indent="0">
              <a:buNone/>
              <a:defRPr sz="5670" b="1"/>
            </a:lvl1pPr>
            <a:lvl2pPr marL="1080176" indent="0">
              <a:buNone/>
              <a:defRPr sz="4725" b="1"/>
            </a:lvl2pPr>
            <a:lvl3pPr marL="2160351" indent="0">
              <a:buNone/>
              <a:defRPr sz="4253" b="1"/>
            </a:lvl3pPr>
            <a:lvl4pPr marL="3240527" indent="0">
              <a:buNone/>
              <a:defRPr sz="3780" b="1"/>
            </a:lvl4pPr>
            <a:lvl5pPr marL="4320702" indent="0">
              <a:buNone/>
              <a:defRPr sz="3780" b="1"/>
            </a:lvl5pPr>
            <a:lvl6pPr marL="5400878" indent="0">
              <a:buNone/>
              <a:defRPr sz="3780" b="1"/>
            </a:lvl6pPr>
            <a:lvl7pPr marL="6481053" indent="0">
              <a:buNone/>
              <a:defRPr sz="3780" b="1"/>
            </a:lvl7pPr>
            <a:lvl8pPr marL="7561229" indent="0">
              <a:buNone/>
              <a:defRPr sz="3780" b="1"/>
            </a:lvl8pPr>
            <a:lvl9pPr marL="8641404" indent="0">
              <a:buNone/>
              <a:defRPr sz="3780" b="1"/>
            </a:lvl9pPr>
          </a:lstStyle>
          <a:p>
            <a:pPr lvl="0"/>
            <a:r>
              <a:rPr lang="en-US"/>
              <a:t>Click to edit Master text styles</a:t>
            </a:r>
          </a:p>
        </p:txBody>
      </p:sp>
      <p:sp>
        <p:nvSpPr>
          <p:cNvPr id="6" name="Content Placeholder 5"/>
          <p:cNvSpPr>
            <a:spLocks noGrp="1"/>
          </p:cNvSpPr>
          <p:nvPr>
            <p:ph sz="quarter" idx="4"/>
          </p:nvPr>
        </p:nvSpPr>
        <p:spPr>
          <a:xfrm>
            <a:off x="22296127" y="10439405"/>
            <a:ext cx="19400520" cy="18966182"/>
          </a:xfrm>
        </p:spPr>
        <p:txBody>
          <a:bodyPr/>
          <a:lstStyle>
            <a:lvl1pPr>
              <a:defRPr sz="5670"/>
            </a:lvl1pPr>
            <a:lvl2pPr>
              <a:defRPr sz="4725"/>
            </a:lvl2pPr>
            <a:lvl3pPr>
              <a:defRPr sz="4253"/>
            </a:lvl3pPr>
            <a:lvl4pPr>
              <a:defRPr sz="3780"/>
            </a:lvl4pPr>
            <a:lvl5pPr>
              <a:defRPr sz="3780"/>
            </a:lvl5pPr>
            <a:lvl6pPr>
              <a:defRPr sz="3780"/>
            </a:lvl6pPr>
            <a:lvl7pPr>
              <a:defRPr sz="3780"/>
            </a:lvl7pPr>
            <a:lvl8pPr>
              <a:defRPr sz="3780"/>
            </a:lvl8pPr>
            <a:lvl9pPr>
              <a:defRPr sz="37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7" y="1310640"/>
            <a:ext cx="14439902" cy="5577840"/>
          </a:xfrm>
        </p:spPr>
        <p:txBody>
          <a:bodyPr anchor="b"/>
          <a:lstStyle>
            <a:lvl1pPr algn="l">
              <a:defRPr sz="4725" b="1"/>
            </a:lvl1pPr>
          </a:lstStyle>
          <a:p>
            <a:r>
              <a:rPr lang="en-US"/>
              <a:t>Click to edit Master title style</a:t>
            </a:r>
          </a:p>
        </p:txBody>
      </p:sp>
      <p:sp>
        <p:nvSpPr>
          <p:cNvPr id="3" name="Content Placeholder 2"/>
          <p:cNvSpPr>
            <a:spLocks noGrp="1"/>
          </p:cNvSpPr>
          <p:nvPr>
            <p:ph idx="1"/>
          </p:nvPr>
        </p:nvSpPr>
        <p:spPr>
          <a:xfrm>
            <a:off x="17160240" y="1310652"/>
            <a:ext cx="24536400" cy="28094942"/>
          </a:xfrm>
        </p:spPr>
        <p:txBody>
          <a:bodyPr/>
          <a:lstStyle>
            <a:lvl1pPr>
              <a:defRPr sz="7560"/>
            </a:lvl1pPr>
            <a:lvl2pPr>
              <a:defRPr sz="6615"/>
            </a:lvl2pPr>
            <a:lvl3pPr>
              <a:defRPr sz="5670"/>
            </a:lvl3pPr>
            <a:lvl4pPr>
              <a:defRPr sz="4725"/>
            </a:lvl4pPr>
            <a:lvl5pPr>
              <a:defRPr sz="4725"/>
            </a:lvl5pPr>
            <a:lvl6pPr>
              <a:defRPr sz="4725"/>
            </a:lvl6pPr>
            <a:lvl7pPr>
              <a:defRPr sz="4725"/>
            </a:lvl7pPr>
            <a:lvl8pPr>
              <a:defRPr sz="4725"/>
            </a:lvl8pPr>
            <a:lvl9pPr>
              <a:defRPr sz="47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7" y="6888492"/>
            <a:ext cx="14439902" cy="22517102"/>
          </a:xfrm>
        </p:spPr>
        <p:txBody>
          <a:bodyPr/>
          <a:lstStyle>
            <a:lvl1pPr marL="0" indent="0">
              <a:buNone/>
              <a:defRPr sz="3308"/>
            </a:lvl1pPr>
            <a:lvl2pPr marL="1080176" indent="0">
              <a:buNone/>
              <a:defRPr sz="2835"/>
            </a:lvl2pPr>
            <a:lvl3pPr marL="2160351" indent="0">
              <a:buNone/>
              <a:defRPr sz="2363"/>
            </a:lvl3pPr>
            <a:lvl4pPr marL="3240527" indent="0">
              <a:buNone/>
              <a:defRPr sz="2126"/>
            </a:lvl4pPr>
            <a:lvl5pPr marL="4320702" indent="0">
              <a:buNone/>
              <a:defRPr sz="2126"/>
            </a:lvl5pPr>
            <a:lvl6pPr marL="5400878" indent="0">
              <a:buNone/>
              <a:defRPr sz="2126"/>
            </a:lvl6pPr>
            <a:lvl7pPr marL="6481053" indent="0">
              <a:buNone/>
              <a:defRPr sz="2126"/>
            </a:lvl7pPr>
            <a:lvl8pPr marL="7561229" indent="0">
              <a:buNone/>
              <a:defRPr sz="2126"/>
            </a:lvl8pPr>
            <a:lvl9pPr marL="8641404" indent="0">
              <a:buNone/>
              <a:defRPr sz="2126"/>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5"/>
            <a:ext cx="26334720" cy="2720342"/>
          </a:xfrm>
        </p:spPr>
        <p:txBody>
          <a:bodyPr anchor="b"/>
          <a:lstStyle>
            <a:lvl1pPr algn="l">
              <a:defRPr sz="4725"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7560"/>
            </a:lvl1pPr>
            <a:lvl2pPr marL="1080176" indent="0">
              <a:buNone/>
              <a:defRPr sz="6615"/>
            </a:lvl2pPr>
            <a:lvl3pPr marL="2160351" indent="0">
              <a:buNone/>
              <a:defRPr sz="5670"/>
            </a:lvl3pPr>
            <a:lvl4pPr marL="3240527" indent="0">
              <a:buNone/>
              <a:defRPr sz="4725"/>
            </a:lvl4pPr>
            <a:lvl5pPr marL="4320702" indent="0">
              <a:buNone/>
              <a:defRPr sz="4725"/>
            </a:lvl5pPr>
            <a:lvl6pPr marL="5400878" indent="0">
              <a:buNone/>
              <a:defRPr sz="4725"/>
            </a:lvl6pPr>
            <a:lvl7pPr marL="6481053" indent="0">
              <a:buNone/>
              <a:defRPr sz="4725"/>
            </a:lvl7pPr>
            <a:lvl8pPr marL="7561229" indent="0">
              <a:buNone/>
              <a:defRPr sz="4725"/>
            </a:lvl8pPr>
            <a:lvl9pPr marL="8641404" indent="0">
              <a:buNone/>
              <a:defRPr sz="4725"/>
            </a:lvl9pPr>
          </a:lstStyle>
          <a:p>
            <a:endParaRPr lang="en-US"/>
          </a:p>
        </p:txBody>
      </p:sp>
      <p:sp>
        <p:nvSpPr>
          <p:cNvPr id="4" name="Text Placeholder 3"/>
          <p:cNvSpPr>
            <a:spLocks noGrp="1"/>
          </p:cNvSpPr>
          <p:nvPr>
            <p:ph type="body" sz="half" idx="2"/>
          </p:nvPr>
        </p:nvSpPr>
        <p:spPr>
          <a:xfrm>
            <a:off x="8602982" y="25763227"/>
            <a:ext cx="26334720" cy="3863338"/>
          </a:xfrm>
        </p:spPr>
        <p:txBody>
          <a:bodyPr/>
          <a:lstStyle>
            <a:lvl1pPr marL="0" indent="0">
              <a:buNone/>
              <a:defRPr sz="3308"/>
            </a:lvl1pPr>
            <a:lvl2pPr marL="1080176" indent="0">
              <a:buNone/>
              <a:defRPr sz="2835"/>
            </a:lvl2pPr>
            <a:lvl3pPr marL="2160351" indent="0">
              <a:buNone/>
              <a:defRPr sz="2363"/>
            </a:lvl3pPr>
            <a:lvl4pPr marL="3240527" indent="0">
              <a:buNone/>
              <a:defRPr sz="2126"/>
            </a:lvl4pPr>
            <a:lvl5pPr marL="4320702" indent="0">
              <a:buNone/>
              <a:defRPr sz="2126"/>
            </a:lvl5pPr>
            <a:lvl6pPr marL="5400878" indent="0">
              <a:buNone/>
              <a:defRPr sz="2126"/>
            </a:lvl6pPr>
            <a:lvl7pPr marL="6481053" indent="0">
              <a:buNone/>
              <a:defRPr sz="2126"/>
            </a:lvl7pPr>
            <a:lvl8pPr marL="7561229" indent="0">
              <a:buNone/>
              <a:defRPr sz="2126"/>
            </a:lvl8pPr>
            <a:lvl9pPr marL="8641404" indent="0">
              <a:buNone/>
              <a:defRPr sz="2126"/>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79"/>
            <a:ext cx="987552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560" y="1318279"/>
            <a:ext cx="2889504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194560" y="7680972"/>
            <a:ext cx="39502080" cy="217246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97"/>
            <a:ext cx="10241280" cy="1752600"/>
          </a:xfrm>
          <a:prstGeom prst="rect">
            <a:avLst/>
          </a:prstGeom>
        </p:spPr>
        <p:txBody>
          <a:bodyPr vert="horz" lIns="91440" tIns="45720" rIns="91440" bIns="45720" rtlCol="0" anchor="ctr"/>
          <a:lstStyle>
            <a:lvl1pPr algn="l">
              <a:defRPr sz="2835">
                <a:solidFill>
                  <a:schemeClr val="tx1">
                    <a:tint val="75000"/>
                  </a:schemeClr>
                </a:solidFill>
              </a:defRPr>
            </a:lvl1pPr>
          </a:lstStyle>
          <a:p>
            <a:fld id="{5BCAD085-E8A6-8845-BD4E-CB4CCA059FC4}" type="datetimeFigureOut">
              <a:rPr lang="en-US" smtClean="0"/>
              <a:t>9/30/2025</a:t>
            </a:fld>
            <a:endParaRPr lang="en-US"/>
          </a:p>
        </p:txBody>
      </p:sp>
      <p:sp>
        <p:nvSpPr>
          <p:cNvPr id="5" name="Footer Placeholder 4"/>
          <p:cNvSpPr>
            <a:spLocks noGrp="1"/>
          </p:cNvSpPr>
          <p:nvPr>
            <p:ph type="ftr" sz="quarter" idx="3"/>
          </p:nvPr>
        </p:nvSpPr>
        <p:spPr>
          <a:xfrm>
            <a:off x="14996160" y="30510497"/>
            <a:ext cx="13898880" cy="1752600"/>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97"/>
            <a:ext cx="10241280" cy="1752600"/>
          </a:xfrm>
          <a:prstGeom prst="rect">
            <a:avLst/>
          </a:prstGeom>
        </p:spPr>
        <p:txBody>
          <a:bodyPr vert="horz" lIns="91440" tIns="45720" rIns="91440" bIns="45720" rtlCol="0" anchor="ctr"/>
          <a:lstStyle>
            <a:lvl1pPr algn="r">
              <a:defRPr sz="2835">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80176" rtl="0" eaLnBrk="1" latinLnBrk="0" hangingPunct="1">
        <a:spcBef>
          <a:spcPct val="0"/>
        </a:spcBef>
        <a:buNone/>
        <a:defRPr sz="10396" kern="1200">
          <a:solidFill>
            <a:schemeClr val="tx1"/>
          </a:solidFill>
          <a:latin typeface="+mj-lt"/>
          <a:ea typeface="+mj-ea"/>
          <a:cs typeface="+mj-cs"/>
        </a:defRPr>
      </a:lvl1pPr>
    </p:titleStyle>
    <p:bodyStyle>
      <a:lvl1pPr marL="810131" indent="-810131" algn="l" defTabSz="1080176" rtl="0" eaLnBrk="1" latinLnBrk="0" hangingPunct="1">
        <a:spcBef>
          <a:spcPct val="20000"/>
        </a:spcBef>
        <a:buFont typeface="Arial"/>
        <a:buChar char="•"/>
        <a:defRPr sz="7560" kern="1200">
          <a:solidFill>
            <a:schemeClr val="tx1"/>
          </a:solidFill>
          <a:latin typeface="+mn-lt"/>
          <a:ea typeface="+mn-ea"/>
          <a:cs typeface="+mn-cs"/>
        </a:defRPr>
      </a:lvl1pPr>
      <a:lvl2pPr marL="1755286" indent="-675110" algn="l" defTabSz="1080176" rtl="0" eaLnBrk="1" latinLnBrk="0" hangingPunct="1">
        <a:spcBef>
          <a:spcPct val="20000"/>
        </a:spcBef>
        <a:buFont typeface="Arial"/>
        <a:buChar char="–"/>
        <a:defRPr sz="6615" kern="1200">
          <a:solidFill>
            <a:schemeClr val="tx1"/>
          </a:solidFill>
          <a:latin typeface="+mn-lt"/>
          <a:ea typeface="+mn-ea"/>
          <a:cs typeface="+mn-cs"/>
        </a:defRPr>
      </a:lvl2pPr>
      <a:lvl3pPr marL="2700439" indent="-540088" algn="l" defTabSz="1080176" rtl="0" eaLnBrk="1" latinLnBrk="0" hangingPunct="1">
        <a:spcBef>
          <a:spcPct val="20000"/>
        </a:spcBef>
        <a:buFont typeface="Arial"/>
        <a:buChar char="•"/>
        <a:defRPr sz="5670" kern="1200">
          <a:solidFill>
            <a:schemeClr val="tx1"/>
          </a:solidFill>
          <a:latin typeface="+mn-lt"/>
          <a:ea typeface="+mn-ea"/>
          <a:cs typeface="+mn-cs"/>
        </a:defRPr>
      </a:lvl3pPr>
      <a:lvl4pPr marL="3780614" indent="-540088" algn="l" defTabSz="1080176" rtl="0" eaLnBrk="1" latinLnBrk="0" hangingPunct="1">
        <a:spcBef>
          <a:spcPct val="20000"/>
        </a:spcBef>
        <a:buFont typeface="Arial"/>
        <a:buChar char="–"/>
        <a:defRPr sz="4725" kern="1200">
          <a:solidFill>
            <a:schemeClr val="tx1"/>
          </a:solidFill>
          <a:latin typeface="+mn-lt"/>
          <a:ea typeface="+mn-ea"/>
          <a:cs typeface="+mn-cs"/>
        </a:defRPr>
      </a:lvl4pPr>
      <a:lvl5pPr marL="4860790" indent="-540088" algn="l" defTabSz="1080176" rtl="0" eaLnBrk="1" latinLnBrk="0" hangingPunct="1">
        <a:spcBef>
          <a:spcPct val="20000"/>
        </a:spcBef>
        <a:buFont typeface="Arial"/>
        <a:buChar char="»"/>
        <a:defRPr sz="4725" kern="1200">
          <a:solidFill>
            <a:schemeClr val="tx1"/>
          </a:solidFill>
          <a:latin typeface="+mn-lt"/>
          <a:ea typeface="+mn-ea"/>
          <a:cs typeface="+mn-cs"/>
        </a:defRPr>
      </a:lvl5pPr>
      <a:lvl6pPr marL="5940965" indent="-540088" algn="l" defTabSz="1080176" rtl="0" eaLnBrk="1" latinLnBrk="0" hangingPunct="1">
        <a:spcBef>
          <a:spcPct val="20000"/>
        </a:spcBef>
        <a:buFont typeface="Arial"/>
        <a:buChar char="•"/>
        <a:defRPr sz="4725" kern="1200">
          <a:solidFill>
            <a:schemeClr val="tx1"/>
          </a:solidFill>
          <a:latin typeface="+mn-lt"/>
          <a:ea typeface="+mn-ea"/>
          <a:cs typeface="+mn-cs"/>
        </a:defRPr>
      </a:lvl6pPr>
      <a:lvl7pPr marL="7021141" indent="-540088" algn="l" defTabSz="1080176" rtl="0" eaLnBrk="1" latinLnBrk="0" hangingPunct="1">
        <a:spcBef>
          <a:spcPct val="20000"/>
        </a:spcBef>
        <a:buFont typeface="Arial"/>
        <a:buChar char="•"/>
        <a:defRPr sz="4725" kern="1200">
          <a:solidFill>
            <a:schemeClr val="tx1"/>
          </a:solidFill>
          <a:latin typeface="+mn-lt"/>
          <a:ea typeface="+mn-ea"/>
          <a:cs typeface="+mn-cs"/>
        </a:defRPr>
      </a:lvl7pPr>
      <a:lvl8pPr marL="8101316" indent="-540088" algn="l" defTabSz="1080176" rtl="0" eaLnBrk="1" latinLnBrk="0" hangingPunct="1">
        <a:spcBef>
          <a:spcPct val="20000"/>
        </a:spcBef>
        <a:buFont typeface="Arial"/>
        <a:buChar char="•"/>
        <a:defRPr sz="4725" kern="1200">
          <a:solidFill>
            <a:schemeClr val="tx1"/>
          </a:solidFill>
          <a:latin typeface="+mn-lt"/>
          <a:ea typeface="+mn-ea"/>
          <a:cs typeface="+mn-cs"/>
        </a:defRPr>
      </a:lvl8pPr>
      <a:lvl9pPr marL="9181492" indent="-540088" algn="l" defTabSz="1080176" rtl="0" eaLnBrk="1" latinLnBrk="0" hangingPunct="1">
        <a:spcBef>
          <a:spcPct val="20000"/>
        </a:spcBef>
        <a:buFont typeface="Arial"/>
        <a:buChar char="•"/>
        <a:defRPr sz="4725" kern="1200">
          <a:solidFill>
            <a:schemeClr val="tx1"/>
          </a:solidFill>
          <a:latin typeface="+mn-lt"/>
          <a:ea typeface="+mn-ea"/>
          <a:cs typeface="+mn-cs"/>
        </a:defRPr>
      </a:lvl9pPr>
    </p:bodyStyle>
    <p:otherStyle>
      <a:defPPr>
        <a:defRPr lang="en-US"/>
      </a:defPPr>
      <a:lvl1pPr marL="0" algn="l" defTabSz="1080176" rtl="0" eaLnBrk="1" latinLnBrk="0" hangingPunct="1">
        <a:defRPr sz="4253" kern="1200">
          <a:solidFill>
            <a:schemeClr val="tx1"/>
          </a:solidFill>
          <a:latin typeface="+mn-lt"/>
          <a:ea typeface="+mn-ea"/>
          <a:cs typeface="+mn-cs"/>
        </a:defRPr>
      </a:lvl1pPr>
      <a:lvl2pPr marL="1080176" algn="l" defTabSz="1080176" rtl="0" eaLnBrk="1" latinLnBrk="0" hangingPunct="1">
        <a:defRPr sz="4253" kern="1200">
          <a:solidFill>
            <a:schemeClr val="tx1"/>
          </a:solidFill>
          <a:latin typeface="+mn-lt"/>
          <a:ea typeface="+mn-ea"/>
          <a:cs typeface="+mn-cs"/>
        </a:defRPr>
      </a:lvl2pPr>
      <a:lvl3pPr marL="2160351" algn="l" defTabSz="1080176" rtl="0" eaLnBrk="1" latinLnBrk="0" hangingPunct="1">
        <a:defRPr sz="4253" kern="1200">
          <a:solidFill>
            <a:schemeClr val="tx1"/>
          </a:solidFill>
          <a:latin typeface="+mn-lt"/>
          <a:ea typeface="+mn-ea"/>
          <a:cs typeface="+mn-cs"/>
        </a:defRPr>
      </a:lvl3pPr>
      <a:lvl4pPr marL="3240527" algn="l" defTabSz="1080176" rtl="0" eaLnBrk="1" latinLnBrk="0" hangingPunct="1">
        <a:defRPr sz="4253" kern="1200">
          <a:solidFill>
            <a:schemeClr val="tx1"/>
          </a:solidFill>
          <a:latin typeface="+mn-lt"/>
          <a:ea typeface="+mn-ea"/>
          <a:cs typeface="+mn-cs"/>
        </a:defRPr>
      </a:lvl4pPr>
      <a:lvl5pPr marL="4320702" algn="l" defTabSz="1080176" rtl="0" eaLnBrk="1" latinLnBrk="0" hangingPunct="1">
        <a:defRPr sz="4253" kern="1200">
          <a:solidFill>
            <a:schemeClr val="tx1"/>
          </a:solidFill>
          <a:latin typeface="+mn-lt"/>
          <a:ea typeface="+mn-ea"/>
          <a:cs typeface="+mn-cs"/>
        </a:defRPr>
      </a:lvl5pPr>
      <a:lvl6pPr marL="5400878" algn="l" defTabSz="1080176" rtl="0" eaLnBrk="1" latinLnBrk="0" hangingPunct="1">
        <a:defRPr sz="4253" kern="1200">
          <a:solidFill>
            <a:schemeClr val="tx1"/>
          </a:solidFill>
          <a:latin typeface="+mn-lt"/>
          <a:ea typeface="+mn-ea"/>
          <a:cs typeface="+mn-cs"/>
        </a:defRPr>
      </a:lvl6pPr>
      <a:lvl7pPr marL="6481053" algn="l" defTabSz="1080176" rtl="0" eaLnBrk="1" latinLnBrk="0" hangingPunct="1">
        <a:defRPr sz="4253" kern="1200">
          <a:solidFill>
            <a:schemeClr val="tx1"/>
          </a:solidFill>
          <a:latin typeface="+mn-lt"/>
          <a:ea typeface="+mn-ea"/>
          <a:cs typeface="+mn-cs"/>
        </a:defRPr>
      </a:lvl7pPr>
      <a:lvl8pPr marL="7561229" algn="l" defTabSz="1080176" rtl="0" eaLnBrk="1" latinLnBrk="0" hangingPunct="1">
        <a:defRPr sz="4253" kern="1200">
          <a:solidFill>
            <a:schemeClr val="tx1"/>
          </a:solidFill>
          <a:latin typeface="+mn-lt"/>
          <a:ea typeface="+mn-ea"/>
          <a:cs typeface="+mn-cs"/>
        </a:defRPr>
      </a:lvl8pPr>
      <a:lvl9pPr marL="8641404" algn="l" defTabSz="1080176" rtl="0" eaLnBrk="1" latinLnBrk="0" hangingPunct="1">
        <a:defRPr sz="42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hyperlink" Target="https://doi.org/10.1016/j.csi.2023.103827" TargetMode="Externa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hyperlink" Target="https://www.usenix.org/system/files/conference/usenixsecurity17/sec17-wang-tianhao.pdf" TargetMode="External"/><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hyperlink" Target="https://snap.stanford.edu/data/email-Eu-core.html"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3744" y="3740751"/>
            <a:ext cx="38143712" cy="1908215"/>
          </a:xfrm>
          <a:prstGeom prst="rect">
            <a:avLst/>
          </a:prstGeom>
          <a:noFill/>
        </p:spPr>
        <p:txBody>
          <a:bodyPr wrap="none">
            <a:spAutoFit/>
          </a:bodyPr>
          <a:lstStyle/>
          <a:p>
            <a:pPr algn="ctr"/>
            <a:r>
              <a:rPr lang="en-CA" sz="11800" b="1" dirty="0">
                <a:latin typeface="Times New Roman" panose="02020603050405020304" pitchFamily="18" charset="0"/>
                <a:cs typeface="Times New Roman" panose="02020603050405020304" pitchFamily="18" charset="0"/>
              </a:rPr>
              <a:t>The Statistical Estimation Using Local Differential Privacy</a:t>
            </a:r>
            <a:endParaRPr sz="8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974144" y="5590396"/>
            <a:ext cx="31651935" cy="2585323"/>
          </a:xfrm>
          <a:prstGeom prst="rect">
            <a:avLst/>
          </a:prstGeom>
          <a:noFill/>
        </p:spPr>
        <p:txBody>
          <a:bodyPr wrap="none">
            <a:spAutoFit/>
          </a:bodyPr>
          <a:lstStyle/>
          <a:p>
            <a:r>
              <a:rPr sz="5400" dirty="0">
                <a:latin typeface="Times New Roman"/>
              </a:rPr>
              <a:t>Sommojoty Dasgupta
Research Advisor: Dr. Emre Yilmaz
University of Houston–Downtown, Dept. of Computer Science and Engineering Technology, Houston, TX 77002</a:t>
            </a:r>
          </a:p>
        </p:txBody>
      </p:sp>
      <p:sp>
        <p:nvSpPr>
          <p:cNvPr id="4" name="TextBox 3"/>
          <p:cNvSpPr txBox="1"/>
          <p:nvPr/>
        </p:nvSpPr>
        <p:spPr>
          <a:xfrm>
            <a:off x="590075" y="7902708"/>
            <a:ext cx="12927166" cy="7109639"/>
          </a:xfrm>
          <a:prstGeom prst="rect">
            <a:avLst/>
          </a:prstGeom>
          <a:noFill/>
        </p:spPr>
        <p:txBody>
          <a:bodyPr wrap="square">
            <a:spAutoFit/>
          </a:bodyPr>
          <a:lstStyle/>
          <a:p>
            <a:r>
              <a:rPr sz="6000" b="1" dirty="0">
                <a:latin typeface="Times New Roman"/>
              </a:rPr>
              <a:t>Abstract</a:t>
            </a:r>
            <a:r>
              <a:rPr sz="3308" dirty="0">
                <a:latin typeface="Times New Roman"/>
              </a:rPr>
              <a:t>
</a:t>
            </a:r>
            <a:r>
              <a:rPr sz="4400" dirty="0">
                <a:latin typeface="Times New Roman"/>
              </a:rPr>
              <a:t>This research explores the effectiveness of Local Differential Privacy (LDP) mechanisms—including Direct Encoding (DE), Unary Encoding (UE), and Optimized Unary Encoding (OUE)—for protecting individual node identity in real-world graph datasets. Focusing on the email-Eu-core dataset, we evaluate perturbation mechanisms applied to sender and receiver node IDs, observing Mean Absolute Error (MAE) in statistical estimation under varying domain sizes.</a:t>
            </a:r>
            <a:endParaRPr sz="3308" dirty="0">
              <a:latin typeface="Times New Roman"/>
            </a:endParaRPr>
          </a:p>
        </p:txBody>
      </p:sp>
      <p:sp>
        <p:nvSpPr>
          <p:cNvPr id="5" name="TextBox 4"/>
          <p:cNvSpPr txBox="1"/>
          <p:nvPr/>
        </p:nvSpPr>
        <p:spPr>
          <a:xfrm>
            <a:off x="13180675" y="8132393"/>
            <a:ext cx="14159808" cy="4893647"/>
          </a:xfrm>
          <a:prstGeom prst="rect">
            <a:avLst/>
          </a:prstGeom>
          <a:noFill/>
        </p:spPr>
        <p:txBody>
          <a:bodyPr wrap="square">
            <a:spAutoFit/>
          </a:bodyPr>
          <a:lstStyle/>
          <a:p>
            <a:r>
              <a:rPr sz="6000" b="1" dirty="0">
                <a:latin typeface="Times New Roman"/>
              </a:rPr>
              <a:t>Background</a:t>
            </a:r>
            <a:r>
              <a:rPr sz="3308" dirty="0">
                <a:latin typeface="Times New Roman"/>
              </a:rPr>
              <a:t>
</a:t>
            </a:r>
            <a:r>
              <a:rPr sz="4200" dirty="0">
                <a:latin typeface="Times New Roman"/>
              </a:rPr>
              <a:t>Graph datasets like email-Eu-core reflect real-world communication networks, where individual nodes represent users and edges represent interactions. Traditional privacy-preserving approaches struggle to retain utility. LDP offers a promising direction by allowing perturbation at the local level without relying on a trusted aggregator</a:t>
            </a:r>
            <a:r>
              <a:rPr lang="en-CA" sz="4200" dirty="0">
                <a:latin typeface="Times New Roman"/>
              </a:rPr>
              <a:t>.</a:t>
            </a:r>
          </a:p>
        </p:txBody>
      </p:sp>
      <p:sp>
        <p:nvSpPr>
          <p:cNvPr id="6" name="TextBox 5"/>
          <p:cNvSpPr txBox="1"/>
          <p:nvPr/>
        </p:nvSpPr>
        <p:spPr>
          <a:xfrm>
            <a:off x="590075" y="14796429"/>
            <a:ext cx="12590279" cy="3970318"/>
          </a:xfrm>
          <a:prstGeom prst="rect">
            <a:avLst/>
          </a:prstGeom>
          <a:noFill/>
        </p:spPr>
        <p:txBody>
          <a:bodyPr wrap="square">
            <a:spAutoFit/>
          </a:bodyPr>
          <a:lstStyle/>
          <a:p>
            <a:r>
              <a:rPr lang="en-CA" sz="6000" b="1" dirty="0">
                <a:latin typeface="Times New Roman"/>
              </a:rPr>
              <a:t>Problem Statement</a:t>
            </a:r>
            <a:r>
              <a:rPr sz="3308" dirty="0">
                <a:latin typeface="Times New Roman"/>
              </a:rPr>
              <a:t>
</a:t>
            </a:r>
            <a:r>
              <a:rPr sz="4800" dirty="0">
                <a:latin typeface="Times New Roman"/>
              </a:rPr>
              <a:t>How effective are different LDP perturbation mechanisms at preserving privacy while minimizing error in statistical estimation of edge distributions in large-scale graph datasets?</a:t>
            </a:r>
            <a:endParaRPr sz="3308" dirty="0">
              <a:latin typeface="Times New Roman"/>
            </a:endParaRPr>
          </a:p>
        </p:txBody>
      </p:sp>
      <p:sp>
        <p:nvSpPr>
          <p:cNvPr id="7" name="TextBox 6"/>
          <p:cNvSpPr txBox="1"/>
          <p:nvPr/>
        </p:nvSpPr>
        <p:spPr>
          <a:xfrm>
            <a:off x="599938" y="18860032"/>
            <a:ext cx="12907439" cy="4479368"/>
          </a:xfrm>
          <a:prstGeom prst="rect">
            <a:avLst/>
          </a:prstGeom>
          <a:noFill/>
        </p:spPr>
        <p:txBody>
          <a:bodyPr wrap="square">
            <a:spAutoFit/>
          </a:bodyPr>
          <a:lstStyle/>
          <a:p>
            <a:r>
              <a:rPr sz="6000" b="1" dirty="0">
                <a:latin typeface="Times New Roman"/>
              </a:rPr>
              <a:t>Hypothesis</a:t>
            </a:r>
            <a:r>
              <a:rPr sz="3308" dirty="0">
                <a:latin typeface="Times New Roman"/>
              </a:rPr>
              <a:t>
</a:t>
            </a:r>
            <a:r>
              <a:rPr sz="4800" dirty="0">
                <a:latin typeface="Times New Roman"/>
              </a:rPr>
              <a:t>H₀: UE mechanisms yield lower MAE than DE under ε = 1.0 in </a:t>
            </a:r>
            <a:r>
              <a:rPr lang="en-CA" sz="4800" dirty="0">
                <a:latin typeface="Times New Roman"/>
              </a:rPr>
              <a:t>large </a:t>
            </a:r>
            <a:r>
              <a:rPr sz="4800" dirty="0">
                <a:latin typeface="Times New Roman"/>
              </a:rPr>
              <a:t>sized domains.
H₁: OUE outperforms UE in sparse domains and converges faster under higher privacy budgets.</a:t>
            </a:r>
            <a:endParaRPr lang="en-CA" sz="4800" dirty="0">
              <a:latin typeface="Times New Roman"/>
            </a:endParaRPr>
          </a:p>
          <a:p>
            <a:endParaRPr sz="3308" dirty="0">
              <a:latin typeface="Times New Roman"/>
            </a:endParaRPr>
          </a:p>
        </p:txBody>
      </p:sp>
      <p:sp>
        <p:nvSpPr>
          <p:cNvPr id="8" name="TextBox 7"/>
          <p:cNvSpPr txBox="1"/>
          <p:nvPr/>
        </p:nvSpPr>
        <p:spPr>
          <a:xfrm>
            <a:off x="498617" y="23067271"/>
            <a:ext cx="12570553" cy="6186309"/>
          </a:xfrm>
          <a:prstGeom prst="rect">
            <a:avLst/>
          </a:prstGeom>
          <a:noFill/>
        </p:spPr>
        <p:txBody>
          <a:bodyPr wrap="square">
            <a:spAutoFit/>
          </a:bodyPr>
          <a:lstStyle/>
          <a:p>
            <a:r>
              <a:rPr sz="6000" b="1" dirty="0">
                <a:latin typeface="Times New Roman"/>
              </a:rPr>
              <a:t>Methods</a:t>
            </a:r>
            <a:r>
              <a:rPr sz="3308" dirty="0">
                <a:latin typeface="Times New Roman"/>
              </a:rPr>
              <a:t>
</a:t>
            </a:r>
            <a:r>
              <a:rPr sz="4800" dirty="0">
                <a:latin typeface="Times New Roman"/>
              </a:rPr>
              <a:t>We parsed the email-Eu-core graph into sender and receiver vectors, applied DE, UE, and OUE mechanisms with ε = 1.0, and used randomized response to simulate local noise. Post-perturbation, we used frequency estimation algorithms to reconstruct sender and receiver distributions and calculated MAE.</a:t>
            </a:r>
            <a:endParaRPr sz="3308" dirty="0">
              <a:latin typeface="Times New Roman"/>
            </a:endParaRPr>
          </a:p>
        </p:txBody>
      </p:sp>
      <p:sp>
        <p:nvSpPr>
          <p:cNvPr id="9" name="TextBox 8"/>
          <p:cNvSpPr txBox="1"/>
          <p:nvPr/>
        </p:nvSpPr>
        <p:spPr>
          <a:xfrm>
            <a:off x="13180675" y="12785095"/>
            <a:ext cx="14699958" cy="19885700"/>
          </a:xfrm>
          <a:prstGeom prst="rect">
            <a:avLst/>
          </a:prstGeom>
          <a:noFill/>
        </p:spPr>
        <p:txBody>
          <a:bodyPr wrap="square">
            <a:spAutoFit/>
          </a:bodyPr>
          <a:lstStyle/>
          <a:p>
            <a:r>
              <a:rPr sz="6000" b="1" dirty="0">
                <a:latin typeface="Times New Roman"/>
              </a:rPr>
              <a:t>Results</a:t>
            </a:r>
            <a:endParaRPr lang="en-CA" sz="6000" b="1"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r>
              <a:rPr sz="3308" dirty="0">
                <a:latin typeface="Times New Roman"/>
              </a:rPr>
              <a:t>
</a:t>
            </a:r>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3308" dirty="0">
              <a:latin typeface="Times New Roman"/>
            </a:endParaRPr>
          </a:p>
          <a:p>
            <a:endParaRPr lang="en-CA" sz="4000" dirty="0">
              <a:latin typeface="Times New Roman"/>
            </a:endParaRPr>
          </a:p>
          <a:p>
            <a:r>
              <a:rPr sz="4400" dirty="0">
                <a:latin typeface="Times New Roman"/>
              </a:rPr>
              <a:t>DE showed higher accuracy for small domain sizes (≤100), while UE performed better in medium ranges (100–800). Surprisingly, OUE did not consistently outperform UE, indicating tradeoffs between optimization parameters and estimation stability.</a:t>
            </a:r>
          </a:p>
        </p:txBody>
      </p:sp>
      <p:sp>
        <p:nvSpPr>
          <p:cNvPr id="10" name="TextBox 9"/>
          <p:cNvSpPr txBox="1"/>
          <p:nvPr/>
        </p:nvSpPr>
        <p:spPr>
          <a:xfrm>
            <a:off x="27880633" y="8915601"/>
            <a:ext cx="14899030" cy="3724096"/>
          </a:xfrm>
          <a:prstGeom prst="rect">
            <a:avLst/>
          </a:prstGeom>
          <a:noFill/>
        </p:spPr>
        <p:txBody>
          <a:bodyPr wrap="square">
            <a:spAutoFit/>
          </a:bodyPr>
          <a:lstStyle/>
          <a:p>
            <a:r>
              <a:rPr sz="6000" b="1" dirty="0">
                <a:latin typeface="Times New Roman"/>
              </a:rPr>
              <a:t>Conclusion</a:t>
            </a:r>
            <a:r>
              <a:rPr sz="3308" dirty="0">
                <a:latin typeface="Times New Roman"/>
              </a:rPr>
              <a:t>
</a:t>
            </a:r>
            <a:r>
              <a:rPr sz="4400" dirty="0">
                <a:latin typeface="Times New Roman"/>
              </a:rPr>
              <a:t>Perturbation method and domain size heavily affect utility. Direct Encoding is useful for tightly bounded domains. UE provides balance. OUE, though theoretically optimal, may introduce greater estimation error under certain structural distributions.</a:t>
            </a:r>
          </a:p>
        </p:txBody>
      </p:sp>
      <p:sp>
        <p:nvSpPr>
          <p:cNvPr id="11" name="TextBox 10"/>
          <p:cNvSpPr txBox="1"/>
          <p:nvPr/>
        </p:nvSpPr>
        <p:spPr>
          <a:xfrm>
            <a:off x="28210569" y="13130707"/>
            <a:ext cx="14899030" cy="3724096"/>
          </a:xfrm>
          <a:prstGeom prst="rect">
            <a:avLst/>
          </a:prstGeom>
          <a:noFill/>
        </p:spPr>
        <p:txBody>
          <a:bodyPr wrap="square">
            <a:spAutoFit/>
          </a:bodyPr>
          <a:lstStyle/>
          <a:p>
            <a:r>
              <a:rPr sz="6000" b="1" dirty="0">
                <a:latin typeface="Times New Roman"/>
              </a:rPr>
              <a:t>Future Objectives</a:t>
            </a:r>
            <a:r>
              <a:rPr sz="3308" dirty="0">
                <a:latin typeface="Times New Roman"/>
              </a:rPr>
              <a:t>
</a:t>
            </a:r>
            <a:r>
              <a:rPr sz="4400" dirty="0">
                <a:latin typeface="Times New Roman"/>
              </a:rPr>
              <a:t>Expand to multi-attribute perturbation (e.g., sender-department pairings), implement adaptive ε tuning strategies, and apply LDP techniques to commercial graph datasets like Amazon co-purchase network.</a:t>
            </a:r>
            <a:endParaRPr sz="3308" dirty="0">
              <a:latin typeface="Times New Roman"/>
            </a:endParaRPr>
          </a:p>
        </p:txBody>
      </p:sp>
      <p:sp>
        <p:nvSpPr>
          <p:cNvPr id="12" name="TextBox 11"/>
          <p:cNvSpPr txBox="1"/>
          <p:nvPr/>
        </p:nvSpPr>
        <p:spPr>
          <a:xfrm>
            <a:off x="28162424" y="17645177"/>
            <a:ext cx="14559857" cy="10844187"/>
          </a:xfrm>
          <a:prstGeom prst="rect">
            <a:avLst/>
          </a:prstGeom>
          <a:noFill/>
        </p:spPr>
        <p:txBody>
          <a:bodyPr wrap="square">
            <a:spAutoFit/>
          </a:bodyPr>
          <a:lstStyle/>
          <a:p>
            <a:pPr marL="457200" indent="-457200">
              <a:lnSpc>
                <a:spcPct val="115000"/>
              </a:lnSpc>
              <a:spcAft>
                <a:spcPts val="1200"/>
              </a:spcAft>
              <a:buNone/>
            </a:pPr>
            <a:r>
              <a:rPr lang="en-CA" sz="6000" b="1" dirty="0">
                <a:latin typeface="Times New Roman"/>
              </a:rPr>
              <a:t>References</a:t>
            </a:r>
            <a:r>
              <a:rPr sz="3308" dirty="0">
                <a:latin typeface="Times New Roman"/>
              </a:rPr>
              <a:t>
</a:t>
            </a:r>
            <a:r>
              <a:rPr lang="en-CA" sz="4400" dirty="0">
                <a:solidFill>
                  <a:srgbClr val="000000"/>
                </a:solidFill>
                <a:effectLst/>
                <a:latin typeface="Times New Roman" panose="02020603050405020304" pitchFamily="18" charset="0"/>
                <a:ea typeface="Times New Roman" panose="02020603050405020304" pitchFamily="18" charset="0"/>
              </a:rPr>
              <a:t>Wang, T., </a:t>
            </a:r>
            <a:r>
              <a:rPr lang="en-CA" sz="4400" dirty="0" err="1">
                <a:solidFill>
                  <a:srgbClr val="000000"/>
                </a:solidFill>
                <a:effectLst/>
                <a:latin typeface="Times New Roman" panose="02020603050405020304" pitchFamily="18" charset="0"/>
                <a:ea typeface="Times New Roman" panose="02020603050405020304" pitchFamily="18" charset="0"/>
              </a:rPr>
              <a:t>Blocki</a:t>
            </a:r>
            <a:r>
              <a:rPr lang="en-CA" sz="4400" dirty="0">
                <a:solidFill>
                  <a:srgbClr val="000000"/>
                </a:solidFill>
                <a:effectLst/>
                <a:latin typeface="Times New Roman" panose="02020603050405020304" pitchFamily="18" charset="0"/>
                <a:ea typeface="Times New Roman" panose="02020603050405020304" pitchFamily="18" charset="0"/>
              </a:rPr>
              <a:t>, J., Li, N., &amp; Jha, S. (2017). Locally differentially private protocols for frequency estimation. </a:t>
            </a:r>
            <a:r>
              <a:rPr lang="en-CA" sz="4400" i="1" dirty="0">
                <a:solidFill>
                  <a:srgbClr val="000000"/>
                </a:solidFill>
                <a:effectLst/>
                <a:latin typeface="Times New Roman" panose="02020603050405020304" pitchFamily="18" charset="0"/>
                <a:ea typeface="Times New Roman" panose="02020603050405020304" pitchFamily="18" charset="0"/>
              </a:rPr>
              <a:t>USENIX Security Symposium</a:t>
            </a:r>
            <a:r>
              <a:rPr lang="en-CA" sz="4400" dirty="0">
                <a:solidFill>
                  <a:srgbClr val="000000"/>
                </a:solidFill>
                <a:effectLst/>
                <a:latin typeface="Times New Roman" panose="02020603050405020304" pitchFamily="18" charset="0"/>
                <a:ea typeface="Times New Roman" panose="02020603050405020304" pitchFamily="18" charset="0"/>
              </a:rPr>
              <a:t>, 729–745. </a:t>
            </a:r>
            <a:r>
              <a:rPr lang="en-CA" sz="4400" dirty="0">
                <a:solidFill>
                  <a:srgbClr val="0000FF"/>
                </a:solidFill>
                <a:effectLst/>
                <a:latin typeface="Times New Roman" panose="02020603050405020304" pitchFamily="18" charset="0"/>
                <a:ea typeface="Times New Roman" panose="02020603050405020304" pitchFamily="18" charset="0"/>
                <a:hlinkClick r:id="rId2"/>
              </a:rPr>
              <a:t>https://www.usenix.org/system/files/conference/usenixsecurity17/sec17-wang-tianhao.pdf</a:t>
            </a:r>
            <a:endParaRPr lang="en-CA" sz="4400" dirty="0">
              <a:effectLst/>
              <a:latin typeface="Arial" panose="020B0604020202020204" pitchFamily="34" charset="0"/>
              <a:ea typeface="Arial" panose="020B0604020202020204" pitchFamily="34" charset="0"/>
            </a:endParaRPr>
          </a:p>
          <a:p>
            <a:pPr marL="457200" indent="-457200">
              <a:lnSpc>
                <a:spcPct val="115000"/>
              </a:lnSpc>
              <a:spcAft>
                <a:spcPts val="1200"/>
              </a:spcAft>
              <a:buNone/>
            </a:pPr>
            <a:r>
              <a:rPr lang="en-CA" sz="4400" dirty="0">
                <a:solidFill>
                  <a:srgbClr val="000000"/>
                </a:solidFill>
                <a:effectLst/>
                <a:latin typeface="Times New Roman" panose="02020603050405020304" pitchFamily="18" charset="0"/>
                <a:ea typeface="Times New Roman" panose="02020603050405020304" pitchFamily="18" charset="0"/>
              </a:rPr>
              <a:t>Yang, M., Guo, T., Zhu, T., </a:t>
            </a:r>
            <a:r>
              <a:rPr lang="en-CA" sz="4400" dirty="0" err="1">
                <a:solidFill>
                  <a:srgbClr val="000000"/>
                </a:solidFill>
                <a:effectLst/>
                <a:latin typeface="Times New Roman" panose="02020603050405020304" pitchFamily="18" charset="0"/>
                <a:ea typeface="Times New Roman" panose="02020603050405020304" pitchFamily="18" charset="0"/>
              </a:rPr>
              <a:t>Tjuawinata</a:t>
            </a:r>
            <a:r>
              <a:rPr lang="en-CA" sz="4400" dirty="0">
                <a:solidFill>
                  <a:srgbClr val="000000"/>
                </a:solidFill>
                <a:effectLst/>
                <a:latin typeface="Times New Roman" panose="02020603050405020304" pitchFamily="18" charset="0"/>
                <a:ea typeface="Times New Roman" panose="02020603050405020304" pitchFamily="18" charset="0"/>
              </a:rPr>
              <a:t>, I., Zhao, J., &amp; Lam, K. (2023). Local differential privacy and its applications: A comprehensive survey. </a:t>
            </a:r>
            <a:r>
              <a:rPr lang="en-CA" sz="4400" i="1" dirty="0">
                <a:solidFill>
                  <a:srgbClr val="000000"/>
                </a:solidFill>
                <a:effectLst/>
                <a:latin typeface="Times New Roman" panose="02020603050405020304" pitchFamily="18" charset="0"/>
                <a:ea typeface="Times New Roman" panose="02020603050405020304" pitchFamily="18" charset="0"/>
              </a:rPr>
              <a:t>Computer Standards &amp; Interfaces</a:t>
            </a:r>
            <a:r>
              <a:rPr lang="en-CA" sz="4400" dirty="0">
                <a:solidFill>
                  <a:srgbClr val="000000"/>
                </a:solidFill>
                <a:effectLst/>
                <a:latin typeface="Times New Roman" panose="02020603050405020304" pitchFamily="18" charset="0"/>
                <a:ea typeface="Times New Roman" panose="02020603050405020304" pitchFamily="18" charset="0"/>
              </a:rPr>
              <a:t>, </a:t>
            </a:r>
            <a:r>
              <a:rPr lang="en-CA" sz="4400" i="1" dirty="0">
                <a:solidFill>
                  <a:srgbClr val="000000"/>
                </a:solidFill>
                <a:effectLst/>
                <a:latin typeface="Times New Roman" panose="02020603050405020304" pitchFamily="18" charset="0"/>
                <a:ea typeface="Times New Roman" panose="02020603050405020304" pitchFamily="18" charset="0"/>
              </a:rPr>
              <a:t>89</a:t>
            </a:r>
            <a:r>
              <a:rPr lang="en-CA" sz="4400" dirty="0">
                <a:solidFill>
                  <a:srgbClr val="000000"/>
                </a:solidFill>
                <a:effectLst/>
                <a:latin typeface="Times New Roman" panose="02020603050405020304" pitchFamily="18" charset="0"/>
                <a:ea typeface="Times New Roman" panose="02020603050405020304" pitchFamily="18" charset="0"/>
              </a:rPr>
              <a:t>, 103827. </a:t>
            </a:r>
            <a:r>
              <a:rPr lang="en-CA" sz="4400" dirty="0">
                <a:solidFill>
                  <a:srgbClr val="0000FF"/>
                </a:solidFill>
                <a:effectLst/>
                <a:latin typeface="Times New Roman" panose="02020603050405020304" pitchFamily="18" charset="0"/>
                <a:ea typeface="Times New Roman" panose="02020603050405020304" pitchFamily="18" charset="0"/>
                <a:hlinkClick r:id="rId3"/>
              </a:rPr>
              <a:t>https://doi.org/10.1016/j.csi.2023.103827</a:t>
            </a:r>
            <a:r>
              <a:rPr lang="en-CA" sz="4400" dirty="0">
                <a:solidFill>
                  <a:srgbClr val="000000"/>
                </a:solidFill>
                <a:effectLst/>
                <a:latin typeface="Times New Roman" panose="02020603050405020304" pitchFamily="18" charset="0"/>
                <a:ea typeface="Times New Roman" panose="02020603050405020304" pitchFamily="18" charset="0"/>
              </a:rPr>
              <a:t> </a:t>
            </a:r>
            <a:endParaRPr lang="en-CA" sz="4400" dirty="0">
              <a:effectLst/>
              <a:latin typeface="Arial" panose="020B0604020202020204" pitchFamily="34" charset="0"/>
              <a:ea typeface="Arial" panose="020B0604020202020204" pitchFamily="34" charset="0"/>
            </a:endParaRPr>
          </a:p>
          <a:p>
            <a:pPr marL="457200" indent="-457200">
              <a:lnSpc>
                <a:spcPct val="115000"/>
              </a:lnSpc>
              <a:spcAft>
                <a:spcPts val="1200"/>
              </a:spcAft>
              <a:buNone/>
            </a:pPr>
            <a:r>
              <a:rPr lang="en-CA" sz="4400" i="1" dirty="0">
                <a:solidFill>
                  <a:srgbClr val="000000"/>
                </a:solidFill>
                <a:effectLst/>
                <a:latin typeface="Times New Roman" panose="02020603050405020304" pitchFamily="18" charset="0"/>
                <a:ea typeface="Times New Roman" panose="02020603050405020304" pitchFamily="18" charset="0"/>
              </a:rPr>
              <a:t>SNAP: Network datasets: email-Eu-core network</a:t>
            </a:r>
            <a:r>
              <a:rPr lang="en-CA" sz="4400" dirty="0">
                <a:solidFill>
                  <a:srgbClr val="000000"/>
                </a:solidFill>
                <a:effectLst/>
                <a:latin typeface="Times New Roman" panose="02020603050405020304" pitchFamily="18" charset="0"/>
                <a:ea typeface="Times New Roman" panose="02020603050405020304" pitchFamily="18" charset="0"/>
              </a:rPr>
              <a:t>. (n.d.). </a:t>
            </a:r>
            <a:r>
              <a:rPr lang="en-CA" sz="4400" dirty="0">
                <a:solidFill>
                  <a:srgbClr val="0000FF"/>
                </a:solidFill>
                <a:effectLst/>
                <a:latin typeface="Times New Roman" panose="02020603050405020304" pitchFamily="18" charset="0"/>
                <a:ea typeface="Times New Roman" panose="02020603050405020304" pitchFamily="18" charset="0"/>
                <a:hlinkClick r:id="rId4"/>
              </a:rPr>
              <a:t>https://snap.stanford.edu/data/email-Eu-core.html</a:t>
            </a:r>
            <a:endParaRPr lang="en-CA" sz="4400" dirty="0">
              <a:effectLst/>
              <a:latin typeface="Arial" panose="020B0604020202020204" pitchFamily="34" charset="0"/>
              <a:ea typeface="Arial" panose="020B0604020202020204" pitchFamily="34" charset="0"/>
            </a:endParaRPr>
          </a:p>
          <a:p>
            <a:endParaRPr sz="3308" dirty="0">
              <a:latin typeface="Times New Roman"/>
            </a:endParaRPr>
          </a:p>
        </p:txBody>
      </p:sp>
      <p:pic>
        <p:nvPicPr>
          <p:cNvPr id="14" name="Picture 13" descr="A graph with blue and orange lines&#10;&#10;AI-generated content may be incorrect.">
            <a:extLst>
              <a:ext uri="{FF2B5EF4-FFF2-40B4-BE49-F238E27FC236}">
                <a16:creationId xmlns:a16="http://schemas.microsoft.com/office/drawing/2014/main" id="{4DBC0C34-AD56-F18F-9F6C-8A2760724949}"/>
              </a:ext>
            </a:extLst>
          </p:cNvPr>
          <p:cNvPicPr>
            <a:picLocks noChangeAspect="1"/>
          </p:cNvPicPr>
          <p:nvPr/>
        </p:nvPicPr>
        <p:blipFill>
          <a:blip r:embed="rId5"/>
          <a:stretch>
            <a:fillRect/>
          </a:stretch>
        </p:blipFill>
        <p:spPr>
          <a:xfrm>
            <a:off x="20530654" y="14217284"/>
            <a:ext cx="7245869" cy="2982040"/>
          </a:xfrm>
          <a:prstGeom prst="rect">
            <a:avLst/>
          </a:prstGeom>
        </p:spPr>
      </p:pic>
      <p:pic>
        <p:nvPicPr>
          <p:cNvPr id="16" name="Picture 15" descr="A graph of blue and orange lines&#10;&#10;AI-generated content may be incorrect.">
            <a:extLst>
              <a:ext uri="{FF2B5EF4-FFF2-40B4-BE49-F238E27FC236}">
                <a16:creationId xmlns:a16="http://schemas.microsoft.com/office/drawing/2014/main" id="{CA259390-34B2-3A37-6639-5E7A0443F618}"/>
              </a:ext>
            </a:extLst>
          </p:cNvPr>
          <p:cNvPicPr>
            <a:picLocks noChangeAspect="1"/>
          </p:cNvPicPr>
          <p:nvPr/>
        </p:nvPicPr>
        <p:blipFill>
          <a:blip r:embed="rId6"/>
          <a:stretch>
            <a:fillRect/>
          </a:stretch>
        </p:blipFill>
        <p:spPr>
          <a:xfrm>
            <a:off x="13216329" y="14217284"/>
            <a:ext cx="7114916" cy="2928146"/>
          </a:xfrm>
          <a:prstGeom prst="rect">
            <a:avLst/>
          </a:prstGeom>
        </p:spPr>
      </p:pic>
      <p:pic>
        <p:nvPicPr>
          <p:cNvPr id="18" name="Picture 17" descr="A graph with blue and orange lines&#10;&#10;AI-generated content may be incorrect.">
            <a:extLst>
              <a:ext uri="{FF2B5EF4-FFF2-40B4-BE49-F238E27FC236}">
                <a16:creationId xmlns:a16="http://schemas.microsoft.com/office/drawing/2014/main" id="{B1021963-4B02-1DC6-969F-1157A154E185}"/>
              </a:ext>
            </a:extLst>
          </p:cNvPr>
          <p:cNvPicPr>
            <a:picLocks noChangeAspect="1"/>
          </p:cNvPicPr>
          <p:nvPr/>
        </p:nvPicPr>
        <p:blipFill>
          <a:blip r:embed="rId7"/>
          <a:stretch>
            <a:fillRect/>
          </a:stretch>
        </p:blipFill>
        <p:spPr>
          <a:xfrm>
            <a:off x="13415919" y="17492329"/>
            <a:ext cx="7021607" cy="2889745"/>
          </a:xfrm>
          <a:prstGeom prst="rect">
            <a:avLst/>
          </a:prstGeom>
        </p:spPr>
      </p:pic>
      <p:pic>
        <p:nvPicPr>
          <p:cNvPr id="20" name="Picture 19" descr="A graph of blue and orange lines&#10;&#10;AI-generated content may be incorrect.">
            <a:extLst>
              <a:ext uri="{FF2B5EF4-FFF2-40B4-BE49-F238E27FC236}">
                <a16:creationId xmlns:a16="http://schemas.microsoft.com/office/drawing/2014/main" id="{EC5D97B4-EA44-FDA1-414E-03E83947256C}"/>
              </a:ext>
            </a:extLst>
          </p:cNvPr>
          <p:cNvPicPr>
            <a:picLocks noChangeAspect="1"/>
          </p:cNvPicPr>
          <p:nvPr/>
        </p:nvPicPr>
        <p:blipFill>
          <a:blip r:embed="rId8"/>
          <a:stretch>
            <a:fillRect/>
          </a:stretch>
        </p:blipFill>
        <p:spPr>
          <a:xfrm>
            <a:off x="20530653" y="17442678"/>
            <a:ext cx="7245869" cy="2982039"/>
          </a:xfrm>
          <a:prstGeom prst="rect">
            <a:avLst/>
          </a:prstGeom>
        </p:spPr>
      </p:pic>
      <p:pic>
        <p:nvPicPr>
          <p:cNvPr id="26" name="Picture 25" descr="A graph of a graph&#10;&#10;AI-generated content may be incorrect.">
            <a:extLst>
              <a:ext uri="{FF2B5EF4-FFF2-40B4-BE49-F238E27FC236}">
                <a16:creationId xmlns:a16="http://schemas.microsoft.com/office/drawing/2014/main" id="{C6180EA9-EEF7-8B39-42FF-7D6E176960DB}"/>
              </a:ext>
            </a:extLst>
          </p:cNvPr>
          <p:cNvPicPr>
            <a:picLocks noChangeAspect="1"/>
          </p:cNvPicPr>
          <p:nvPr/>
        </p:nvPicPr>
        <p:blipFill>
          <a:blip r:embed="rId9"/>
          <a:stretch>
            <a:fillRect/>
          </a:stretch>
        </p:blipFill>
        <p:spPr>
          <a:xfrm>
            <a:off x="13426984" y="20813254"/>
            <a:ext cx="7021607" cy="2889744"/>
          </a:xfrm>
          <a:prstGeom prst="rect">
            <a:avLst/>
          </a:prstGeom>
        </p:spPr>
      </p:pic>
      <p:pic>
        <p:nvPicPr>
          <p:cNvPr id="28" name="Picture 27" descr="A graph with blue and orange lines&#10;&#10;AI-generated content may be incorrect.">
            <a:extLst>
              <a:ext uri="{FF2B5EF4-FFF2-40B4-BE49-F238E27FC236}">
                <a16:creationId xmlns:a16="http://schemas.microsoft.com/office/drawing/2014/main" id="{E02628FA-5D30-DE96-7D05-ACA8EED50D55}"/>
              </a:ext>
            </a:extLst>
          </p:cNvPr>
          <p:cNvPicPr>
            <a:picLocks noChangeAspect="1"/>
          </p:cNvPicPr>
          <p:nvPr/>
        </p:nvPicPr>
        <p:blipFill>
          <a:blip r:embed="rId10"/>
          <a:stretch>
            <a:fillRect/>
          </a:stretch>
        </p:blipFill>
        <p:spPr>
          <a:xfrm>
            <a:off x="20703855" y="20651242"/>
            <a:ext cx="7133737" cy="2935892"/>
          </a:xfrm>
          <a:prstGeom prst="rect">
            <a:avLst/>
          </a:prstGeom>
        </p:spPr>
      </p:pic>
      <p:pic>
        <p:nvPicPr>
          <p:cNvPr id="30" name="Picture 29" descr="A graph with lines and dots&#10;&#10;AI-generated content may be incorrect.">
            <a:extLst>
              <a:ext uri="{FF2B5EF4-FFF2-40B4-BE49-F238E27FC236}">
                <a16:creationId xmlns:a16="http://schemas.microsoft.com/office/drawing/2014/main" id="{41BFB2E1-EC07-12DB-F2C0-6086792779F2}"/>
              </a:ext>
            </a:extLst>
          </p:cNvPr>
          <p:cNvPicPr>
            <a:picLocks noChangeAspect="1"/>
          </p:cNvPicPr>
          <p:nvPr/>
        </p:nvPicPr>
        <p:blipFill>
          <a:blip r:embed="rId11"/>
          <a:stretch>
            <a:fillRect/>
          </a:stretch>
        </p:blipFill>
        <p:spPr>
          <a:xfrm>
            <a:off x="16365317" y="23587134"/>
            <a:ext cx="8055880" cy="4980442"/>
          </a:xfrm>
          <a:prstGeom prst="rect">
            <a:avLst/>
          </a:prstGeom>
        </p:spPr>
      </p:pic>
      <p:pic>
        <p:nvPicPr>
          <p:cNvPr id="31" name="Picture 30">
            <a:extLst>
              <a:ext uri="{FF2B5EF4-FFF2-40B4-BE49-F238E27FC236}">
                <a16:creationId xmlns:a16="http://schemas.microsoft.com/office/drawing/2014/main" id="{6DA82A52-7508-054D-6343-B58680427974}"/>
              </a:ext>
            </a:extLst>
          </p:cNvPr>
          <p:cNvPicPr>
            <a:picLocks noChangeAspect="1"/>
          </p:cNvPicPr>
          <p:nvPr/>
        </p:nvPicPr>
        <p:blipFill>
          <a:blip r:embed="rId12"/>
          <a:stretch>
            <a:fillRect/>
          </a:stretch>
        </p:blipFill>
        <p:spPr>
          <a:xfrm>
            <a:off x="1545019" y="1250951"/>
            <a:ext cx="4429125" cy="2914650"/>
          </a:xfrm>
          <a:prstGeom prst="rect">
            <a:avLst/>
          </a:prstGeom>
        </p:spPr>
      </p:pic>
      <p:pic>
        <p:nvPicPr>
          <p:cNvPr id="32" name="Picture 31">
            <a:extLst>
              <a:ext uri="{FF2B5EF4-FFF2-40B4-BE49-F238E27FC236}">
                <a16:creationId xmlns:a16="http://schemas.microsoft.com/office/drawing/2014/main" id="{37E16D7B-54AF-7217-C6B9-6F769F583F39}"/>
              </a:ext>
            </a:extLst>
          </p:cNvPr>
          <p:cNvPicPr>
            <a:picLocks noChangeAspect="1"/>
          </p:cNvPicPr>
          <p:nvPr/>
        </p:nvPicPr>
        <p:blipFill>
          <a:blip r:embed="rId13"/>
          <a:stretch>
            <a:fillRect/>
          </a:stretch>
        </p:blipFill>
        <p:spPr>
          <a:xfrm>
            <a:off x="37917056" y="800705"/>
            <a:ext cx="4003259" cy="37459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94</TotalTime>
  <Words>538</Words>
  <Application>Microsoft Office PowerPoint</Application>
  <PresentationFormat>Custom</PresentationFormat>
  <Paragraphs>42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Dasgupta, Sommojoty</cp:lastModifiedBy>
  <cp:revision>13</cp:revision>
  <dcterms:created xsi:type="dcterms:W3CDTF">2013-01-27T09:14:16Z</dcterms:created>
  <dcterms:modified xsi:type="dcterms:W3CDTF">2025-09-30T20:20:47Z</dcterms:modified>
  <cp:category/>
</cp:coreProperties>
</file>